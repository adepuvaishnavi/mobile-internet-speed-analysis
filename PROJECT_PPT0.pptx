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5" r:id="rId5"/>
    <p:sldId id="310" r:id="rId6"/>
    <p:sldId id="311" r:id="rId7"/>
    <p:sldId id="312" r:id="rId8"/>
    <p:sldId id="313" r:id="rId9"/>
  </p:sldIdLst>
  <p:sldSz cx="12188825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B204D-2E3E-4A7F-8678-6BAC80653872}" v="197" dt="2026-08-07T18:36:36.016"/>
    <p1510:client id="{2E8AE79F-E3AA-5672-D8BF-68EFF29840BC}" v="170" dt="2026-08-07T16:23:11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85" d="100"/>
          <a:sy n="85" d="100"/>
        </p:scale>
        <p:origin x="547" y="53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8/8/2026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8/8/2026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65214" y="1102209"/>
            <a:ext cx="8229600" cy="2895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Internet Speed Analysis Across Locations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Bhavya - 2320040060</a:t>
            </a:r>
          </a:p>
          <a:p>
            <a:pPr marL="457200" indent="-45720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VARSHINI - 2320040078</a:t>
            </a:r>
          </a:p>
          <a:p>
            <a:pPr marL="457200" indent="-45720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VAISHNAVI - 2320040130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9AE42C-8FA9-3D0E-4846-64C7EAFDA4F7}"/>
              </a:ext>
            </a:extLst>
          </p:cNvPr>
          <p:cNvSpPr txBox="1"/>
          <p:nvPr/>
        </p:nvSpPr>
        <p:spPr>
          <a:xfrm>
            <a:off x="2741612" y="480900"/>
            <a:ext cx="64571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 dirty="0">
                <a:latin typeface="Times New Roman"/>
                <a:cs typeface="Times New Roman"/>
              </a:rPr>
              <a:t>DATA SCIENCE AND VISUALISATION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1261" y="274543"/>
            <a:ext cx="9279664" cy="891436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Problem Statement &amp; Objectives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88473" y="1362050"/>
            <a:ext cx="9468331" cy="466803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Problem Statement</a:t>
            </a:r>
            <a:endParaRPr lang="en-US" b="1" dirty="0"/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Mobile internet speed varies from place to place. </a:t>
            </a:r>
            <a:endParaRPr lang="en-US" dirty="0">
              <a:latin typeface="Times New Roman"/>
              <a:cs typeface="Times New Roman"/>
            </a:endParaRPr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Users face slow internet due to network congestion and poor signal strength. </a:t>
            </a:r>
            <a:endParaRPr lang="en-US" dirty="0">
              <a:latin typeface="Times New Roman"/>
              <a:cs typeface="Times New Roman"/>
            </a:endParaRPr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There is a need to analyze these variations using real-time data. 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Objectives</a:t>
            </a:r>
            <a:endParaRPr lang="en-US" b="1" dirty="0"/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Collect internet speed data from multiple locations. </a:t>
            </a:r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Analyze download speed, upload speed, and latency. </a:t>
            </a:r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Compare network performance. </a:t>
            </a:r>
            <a:endParaRPr lang="en-US" dirty="0">
              <a:latin typeface="Times New Roman"/>
              <a:cs typeface="Times New Roman"/>
            </a:endParaRPr>
          </a:p>
          <a:p>
            <a:pPr marL="223520" indent="-223520">
              <a:buFont typeface="Wingdings" pitchFamily="34" charset="0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Display insights through graphs and a dashboard. </a:t>
            </a:r>
            <a:endParaRPr lang="en-US" dirty="0">
              <a:latin typeface="Times New Roman"/>
              <a:cs typeface="Times New Roman"/>
            </a:endParaRPr>
          </a:p>
          <a:p>
            <a:pPr marL="223520" indent="-223520">
              <a:buFont typeface="Wingdings" pitchFamily="34" charset="0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407785" y="406495"/>
            <a:ext cx="8761907" cy="619515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ea typeface="+mj-lt"/>
                <a:cs typeface="Times New Roman"/>
              </a:rPr>
              <a:t>Proposed Methodology</a:t>
            </a:r>
            <a:endParaRPr lang="en-US" b="1" dirty="0"/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AE8B10D1-7319-56CA-EF69-368A0A6CFAB9}"/>
              </a:ext>
            </a:extLst>
          </p:cNvPr>
          <p:cNvSpPr txBox="1"/>
          <p:nvPr/>
        </p:nvSpPr>
        <p:spPr>
          <a:xfrm>
            <a:off x="831055" y="1223733"/>
            <a:ext cx="10513975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How We Plan to Build the Project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1. Data Collection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Collect internet speed data from different locations using the Speedtest API. 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Record download speed, upload speed, ping (latency), date, time, and location.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2. Data Storage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Store the collected data in a CSV file or database for analysis.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3. Data Analysis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Use Python (Pandas) to clean, organize, and compare the collected data. 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Analyze trends across different locations and time periods.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4. Dashboard &amp; Visualization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Create graphs and charts using Matplotlib. 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Develop a simple Streamlit dashboard to display network performance and comparisons.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Tools:</a:t>
            </a:r>
            <a:r>
              <a:rPr lang="en-US" dirty="0">
                <a:latin typeface="Times New Roman"/>
                <a:cs typeface="Times New Roman"/>
              </a:rPr>
              <a:t> Python •  Speedtest API • Pandas • Matplotlib •  Streamlit</a:t>
            </a:r>
          </a:p>
          <a:p>
            <a:pPr algn="ctr"/>
            <a:endParaRPr lang="en-GB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76BE-6A52-EB49-E827-308D1A67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871" y="228600"/>
            <a:ext cx="9144001" cy="747258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Expected Outcome &amp; Timeline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D2928-5A86-D920-9542-73E90D24A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474" y="1268208"/>
            <a:ext cx="9694796" cy="50447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Expected Outcome</a:t>
            </a:r>
            <a:endParaRPr lang="en-US" sz="2000" dirty="0"/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Compare internet speed across different locations. </a:t>
            </a:r>
            <a:endParaRPr lang="en-US" sz="2000" dirty="0">
              <a:latin typeface="Times New Roman"/>
              <a:cs typeface="Times New Roman"/>
            </a:endParaRP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Identify areas with poor network performance. </a:t>
            </a: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Interactive dashboard with graphs and reports. </a:t>
            </a:r>
          </a:p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Timeline</a:t>
            </a: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 Literature survey &amp; planning </a:t>
            </a:r>
            <a:endParaRPr lang="en-US" sz="2000" dirty="0">
              <a:latin typeface="Times New Roman"/>
              <a:cs typeface="Times New Roman"/>
            </a:endParaRP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 Data collection </a:t>
            </a:r>
            <a:endParaRPr lang="en-US" sz="2000" dirty="0">
              <a:latin typeface="Times New Roman"/>
              <a:cs typeface="Times New Roman"/>
            </a:endParaRP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 Data analysis </a:t>
            </a:r>
            <a:endParaRPr lang="en-US" sz="2000" dirty="0">
              <a:latin typeface="Times New Roman"/>
              <a:cs typeface="Times New Roman"/>
            </a:endParaRPr>
          </a:p>
          <a:p>
            <a:pPr marL="223520" indent="-223520"/>
            <a:r>
              <a:rPr lang="en-US" sz="2000" dirty="0">
                <a:latin typeface="Times New Roman"/>
                <a:ea typeface="+mn-lt"/>
                <a:cs typeface="Times New Roman"/>
              </a:rPr>
              <a:t> Dashboard &amp; testing </a:t>
            </a:r>
            <a:endParaRPr lang="en-US" sz="2000" dirty="0">
              <a:latin typeface="Times New Roman"/>
              <a:cs typeface="Times New Roman"/>
            </a:endParaRPr>
          </a:p>
          <a:p>
            <a:pPr marL="223520" indent="-22352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34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FC64-7648-4666-554F-B80773AA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812" y="2743200"/>
            <a:ext cx="4114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739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1dbfbcf-4930-42b5-b979-19a9137194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DF14676EC83344B2690A580BBEF1ED" ma:contentTypeVersion="13" ma:contentTypeDescription="Create a new document." ma:contentTypeScope="" ma:versionID="ef653300606a81088c5ba64f7fa83de9">
  <xsd:schema xmlns:xsd="http://www.w3.org/2001/XMLSchema" xmlns:xs="http://www.w3.org/2001/XMLSchema" xmlns:p="http://schemas.microsoft.com/office/2006/metadata/properties" xmlns:ns3="41dbfbcf-4930-42b5-b979-19a91371948d" xmlns:ns4="cadb1eaf-35ee-443c-afb1-c0c0c788e8a9" targetNamespace="http://schemas.microsoft.com/office/2006/metadata/properties" ma:root="true" ma:fieldsID="f42712d9c7bc32eaf43e64a8ce8f092c" ns3:_="" ns4:_="">
    <xsd:import namespace="41dbfbcf-4930-42b5-b979-19a91371948d"/>
    <xsd:import namespace="cadb1eaf-35ee-443c-afb1-c0c0c788e8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bfbcf-4930-42b5-b979-19a9137194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db1eaf-35ee-443c-afb1-c0c0c788e8a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C6B028-D96A-495C-8509-36EED8C0728B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adb1eaf-35ee-443c-afb1-c0c0c788e8a9"/>
    <ds:schemaRef ds:uri="http://purl.org/dc/dcmitype/"/>
    <ds:schemaRef ds:uri="41dbfbcf-4930-42b5-b979-19a91371948d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8155A9-F655-443A-A889-87009306E0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dbfbcf-4930-42b5-b979-19a91371948d"/>
    <ds:schemaRef ds:uri="cadb1eaf-35ee-443c-afb1-c0c0c788e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ACE85A-B37A-49FC-B5FF-422FDB24FD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224</TotalTime>
  <Words>266</Words>
  <Application>Microsoft Office PowerPoint</Application>
  <PresentationFormat>Custom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Corbel</vt:lpstr>
      <vt:lpstr>Times New Roman</vt:lpstr>
      <vt:lpstr>Wingdings</vt:lpstr>
      <vt:lpstr>Digital Blue Tunnel 16x9</vt:lpstr>
      <vt:lpstr>Mobile Internet Speed Analysis Across Locations</vt:lpstr>
      <vt:lpstr>Problem Statement &amp; Objectives</vt:lpstr>
      <vt:lpstr>Proposed Methodology</vt:lpstr>
      <vt:lpstr>Expected Outcome &amp; Timeline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Internet Speed Analysis Across Locations</dc:title>
  <dc:creator>PAITARA VARSHINI .</dc:creator>
  <cp:lastModifiedBy>VAISHNAVI ADEPU</cp:lastModifiedBy>
  <cp:revision>6</cp:revision>
  <dcterms:created xsi:type="dcterms:W3CDTF">2026-08-07T15:42:34Z</dcterms:created>
  <dcterms:modified xsi:type="dcterms:W3CDTF">2026-08-08T05:46:34Z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0x0101008BDF14676EC83344B2690A580BBEF1ED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